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Python Coding Assistant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57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Qwen3-1.7B (w4a16) running on the Snapdragon X Elite NPU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Snapdragon AI Lab Build &amp; Present Challenge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remotely on Qualcomm Device Cloud (Snapdragon X Elite, SC8380XP, Windows 11)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students learn to code without reliable internet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coding assistants need a connection, an account and often a subscription.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have patchy connectivity, or cannot send their code to a third-party server.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model that runs fully on the laptop gives instant, private help for Python basics.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offline Python coding tutor (write, explain and fix short snippets).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on-device, and why the NPU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after the one-time model download. Works in a classroom or on a train.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8745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code and prompts never leave the machine.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417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87452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 inference leaves CPU and GPU free and is built for low-power, sustained AI workloads.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and the honest two-model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stack (verified)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Qwen3-1.7B w4a16, official Qualcomm bundle (1.6 GiB)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GenieX CLI v0.7.0 (QAIRT 2.45)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Device: Qualcomm Device Cloud, CRD8380X (SC8380XP)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line: runtime=qairt compute=npu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attempt: Qwen2.5-Coder-1.5B exported to ONNX. It failed at NPU profiling, because the NPU path needs w4a16 quantization.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Switch: Qualcomm's prebuilt Qwen3-1.7B w4a16, which loads and runs on the NPU.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the NPU (real runs)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~40-42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 decode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(range 39-45)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~0.05 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token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(0.052-0.058 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2344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364-733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tokens/s prompt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(recorded on the device): reverse a string, binary search in 2 lines, Fibonacci generator. All three answers were correct.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numbers from single short runs, not a formal benchmark.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(be honest)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1.7B general model, not code-specialised.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prompt gave a WRONG answer in an earlier take.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come from a few short runs.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Qualcomm Device Cloud; I do not own a Snapdragon laptop.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25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code-tuned model once a w4a16 NPU bundle exists.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proper benchmark set (correctness and latency).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GenieX in a simple local chat UI for students.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an offline installer for classrooms.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2026-09-30T18:01:09Z</dcterms:created>
  <dcterms:modified xsi:type="dcterms:W3CDTF">2026-09-30T18:01:09Z</dcterms:modified>
</cp:coreProperties>
</file>